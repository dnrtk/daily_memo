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ここで社内事例を口頭で補足する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検索基盤の概要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Converter で Office 文書をテキスト化</a:t>
            </a:r>
          </a:p>
          <a:p>
            <a:r>
              <a:t>ハイブリッド検索で取りこぼしを防ぐ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今後の課題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埋め込みモデルの日本語性能を評価する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